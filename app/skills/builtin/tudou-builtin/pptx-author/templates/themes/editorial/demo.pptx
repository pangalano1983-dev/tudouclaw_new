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200" b="1">
                <a:solidFill>
                  <a:srgbClr val="FAF6EF"/>
                </a:solidFill>
                <a:latin typeface="Georgia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F5EBE0"/>
                </a:solidFill>
                <a:latin typeface="Georgia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92400E"/>
                </a:solidFill>
                <a:latin typeface="Georgia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5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0" b="1">
                <a:solidFill>
                  <a:srgbClr val="92400E"/>
                </a:solidFill>
                <a:latin typeface="Georgia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Georgia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57534E"/>
                </a:solidFill>
                <a:latin typeface="Georgia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Georgia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F5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Georgia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Georgia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F5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Georgia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Georgia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F5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Georgia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Georgia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Georgia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Georgia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Georgia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Georgia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Georgia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Georgia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F5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AF6EF"/>
                </a:solidFill>
                <a:latin typeface="Georgia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AF6EF"/>
                </a:solidFill>
                <a:latin typeface="Georgia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F5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AF6EF"/>
                </a:solidFill>
                <a:latin typeface="Georgia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Georgia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D6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AF6E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Georgia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AF6E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Georgia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AF6E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Georgia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Georgia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Georgia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111827"/>
                </a:solidFill>
                <a:latin typeface="Georgia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F5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Georgia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500" b="1">
                <a:solidFill>
                  <a:srgbClr val="FAF6EF"/>
                </a:solidFill>
                <a:latin typeface="Georgia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1F2937"/>
                </a:solidFill>
                <a:latin typeface="Georgia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Georgia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Georgia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