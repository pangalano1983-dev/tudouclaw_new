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400" b="1">
                <a:solidFill>
                  <a:srgbClr val="F3F4F6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06B6D4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59E0B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0" b="1">
                <a:solidFill>
                  <a:srgbClr val="06B6D4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F3F4F6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9CA3AF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3F4F6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3F4F6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3F4F6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3F4F6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3F4F6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3F4F6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3F4F6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3F4F6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3F4F6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3F4F6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3F4F6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A0A0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F3F4F6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A0A0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F3F4F6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A0A0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F3F4F6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3F4F6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3F4F6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06B6D4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3F4F6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3F4F6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