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E86C3A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0" b="1">
                <a:solidFill>
                  <a:srgbClr val="E86C3A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1E3A5F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1A1A1A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8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