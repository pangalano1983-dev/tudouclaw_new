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EC4899"/>
                </a:solidFill>
                <a:latin typeface="Arial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C4B5FD"/>
                </a:solidFill>
                <a:latin typeface="Arial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0" b="1">
                <a:solidFill>
                  <a:srgbClr val="EC4899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>
                <a:solidFill>
                  <a:srgbClr val="7C3AED"/>
                </a:solidFill>
                <a:latin typeface="Arial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6366F1"/>
                </a:solidFill>
                <a:latin typeface="Arial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E1B4B"/>
                </a:solidFill>
                <a:latin typeface="Arial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1B4B"/>
                </a:solidFill>
                <a:latin typeface="Arial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366F1"/>
                </a:solidFill>
                <a:latin typeface="Arial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1B4B"/>
                </a:solidFill>
                <a:latin typeface="Arial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366F1"/>
                </a:solidFill>
                <a:latin typeface="Arial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1B4B"/>
                </a:solidFill>
                <a:latin typeface="Arial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366F1"/>
                </a:solidFill>
                <a:latin typeface="Arial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E1B4B"/>
                </a:solidFill>
                <a:latin typeface="Arial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E1B4B"/>
                </a:solidFill>
                <a:latin typeface="Arial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E1B4B"/>
                </a:solidFill>
                <a:latin typeface="Arial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E1B4B"/>
                </a:solidFill>
                <a:latin typeface="Arial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E1B4B"/>
                </a:solidFill>
                <a:latin typeface="Arial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E1B4B"/>
                </a:solidFill>
                <a:latin typeface="Arial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E1B4B"/>
                </a:solidFill>
                <a:latin typeface="Arial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E1B4B"/>
                </a:solidFill>
                <a:latin typeface="Arial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E1B4B"/>
                </a:solidFill>
                <a:latin typeface="Arial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E1B4B"/>
                </a:solidFill>
                <a:latin typeface="Arial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366F1"/>
                </a:solidFill>
                <a:latin typeface="Arial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E1B4B"/>
                </a:solidFill>
                <a:latin typeface="Arial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1E1B4B"/>
                </a:solidFill>
                <a:latin typeface="Arial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366F1"/>
                </a:solidFill>
                <a:latin typeface="Arial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7C3AED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E1B4B"/>
                </a:solidFill>
                <a:latin typeface="Arial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E1B4B"/>
                </a:solidFill>
                <a:latin typeface="Arial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